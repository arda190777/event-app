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26880" y="457200"/>
            <a:ext cx="2560320" cy="548640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457200"/>
            <a:ext cx="109728" cy="54864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Event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ADCFC"/>
                </a:solidFill>
                <a:latin typeface="Calibri"/>
              </a:rPr>
              <a:t>Code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47872"/>
            <a:ext cx="8503920" cy="6400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Login Screen  ·  Register Screen  ·  Confirmation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8C6D8"/>
                </a:solidFill>
                <a:latin typeface="Calibri"/>
              </a:rPr>
              <a:t>Flutter  ·  SQLite  ·  sqflite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Login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65176"/>
            <a:ext cx="3383280" cy="36576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96528" y="2926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login_screen.dart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64008" cy="34747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2529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loginUser(context)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329184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5570"/>
                </a:solidFill>
                <a:latin typeface="Calibri"/>
              </a:rPr>
              <a:t>Runs on Login button tap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Step 1 — empty field check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Step 2 — email format (regex)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Step 3 — DB query via sqflite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Saves email → CurrentUser.email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Routes by role: admin or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15568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15568"/>
            <a:ext cx="64008" cy="34747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2529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goToRegister(context)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591056"/>
            <a:ext cx="329184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5570"/>
                </a:solidFill>
                <a:latin typeface="Calibri"/>
              </a:rPr>
              <a:t>Called by 'Register' link at bottom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Navigator.push → Back button works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Opens RegisterScreen on top of stack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/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Simply one line: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Navigator.push(… RegisterScreen)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15568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115568"/>
            <a:ext cx="64008" cy="34747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22529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build()  —  UI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1591056"/>
            <a:ext cx="329184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5570"/>
                </a:solidFill>
                <a:latin typeface="Calibri"/>
              </a:rPr>
              <a:t>StatelessWidget — no local state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Two TextEditingControllers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  email + password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obscureText: true on password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Login button → loginUser()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'Register' link → goToRegister()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73168"/>
            <a:ext cx="11201400" cy="54864"/>
          </a:xfrm>
          <a:prstGeom prst="rect">
            <a:avLst/>
          </a:prstGeom>
          <a:solidFill>
            <a:srgbClr val="C0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0118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Flow: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9011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Empty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901184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6D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49011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Email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4901184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6D8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901184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79FF"/>
                </a:solidFill>
                <a:latin typeface="Calibri"/>
              </a:rPr>
              <a:t>DB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1" y="4901184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6D8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7" y="4901184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79FF"/>
                </a:solidFill>
                <a:latin typeface="Calibri"/>
              </a:rPr>
              <a:t>Check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4901184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6D8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4901184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Navigate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31536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70"/>
                </a:solidFill>
                <a:latin typeface="Calibri"/>
              </a:rPr>
              <a:t>All validation runs locally before any database call is made.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loginUser()  — 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77840" cy="5074920"/>
          </a:xfrm>
          <a:prstGeom prst="rect">
            <a:avLst/>
          </a:prstGeom>
          <a:solidFill>
            <a:srgbClr val="1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6128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CFC"/>
                </a:solidFill>
                <a:latin typeface="Consolas"/>
              </a:rPr>
              <a:t>login_screen.dart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53896"/>
            <a:ext cx="5285231" cy="4581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CFC"/>
                </a:solidFill>
                <a:latin typeface="Consolas"/>
              </a:rPr>
              <a:t>void loginUser(BuildContext context) async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email = emailController.text.trim();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pass  = passwordController.text.trim();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1 — local, no DB needed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(email.isEmpty || pass.isEmpty)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showSnackBar('Please fill in all fields');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return;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2 — regex check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(!DatabaseHelper.isValidEmail(email))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showSnackBar('Invalid email');  return;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3 — async SQLite query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var user = await DatabaseHelper.login(email, pass);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(user != null)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CurrentUser.email = user['email'];  // 4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String role = user['role'];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if (role == 'admin')               // 5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   → AdminDashboardScreen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else → HomeScreen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170432"/>
            <a:ext cx="329184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54496" y="1188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7043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63A"/>
                </a:solidFill>
                <a:latin typeface="Calibri"/>
              </a:rPr>
              <a:t>trim() removes stray spaces. Empty check runs before 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2260854"/>
            <a:ext cx="329184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227914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60854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63A"/>
                </a:solidFill>
                <a:latin typeface="Calibri"/>
              </a:rPr>
              <a:t>Shared regex: needs @ symbol, domain, and 2+ char extension.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3351276"/>
            <a:ext cx="329184" cy="329184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33695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51276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63A"/>
                </a:solidFill>
                <a:latin typeface="Calibri"/>
              </a:rPr>
              <a:t>await pauses execution — SQLite returns a Map or null.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4441698"/>
            <a:ext cx="329184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445998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44169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63A"/>
                </a:solidFill>
                <a:latin typeface="Calibri"/>
              </a:rPr>
              <a:t>Email written to static CurrentUser — readable by all screens.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5532120"/>
            <a:ext cx="329184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555040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53212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63A"/>
                </a:solidFill>
                <a:latin typeface="Calibri"/>
              </a:rPr>
              <a:t>pushReplacement: Login is removed from stack, no Back press.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DatabaseHelper  —  Key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65176"/>
            <a:ext cx="3383280" cy="36576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96528" y="2926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database_helper.dart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49240" cy="3703320"/>
          </a:xfrm>
          <a:prstGeom prst="rect">
            <a:avLst/>
          </a:prstGeom>
          <a:solidFill>
            <a:srgbClr val="1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161288"/>
            <a:ext cx="5056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CFC"/>
                </a:solidFill>
                <a:latin typeface="Consolas"/>
              </a:rPr>
              <a:t>getDatabase()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53896"/>
            <a:ext cx="5056631" cy="3209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CFC"/>
                </a:solidFill>
                <a:latin typeface="Consolas"/>
              </a:rPr>
              <a:t>// Singleton — opens once per session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static Database? _database;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static Future&lt;Database&gt; getDatabase() async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(_database != null) return _database!;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path = join(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await getDatabasesPath(),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'event_scout_v5.db');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_database = await openDatabase(path,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version: 1,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onCreate: (db, v)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// CREATE TABLE users …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// CREATE TABLE events …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// CREATE TABLE purchased_tickets …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});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return _database!;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051560"/>
            <a:ext cx="5577840" cy="3703320"/>
          </a:xfrm>
          <a:prstGeom prst="rect">
            <a:avLst/>
          </a:prstGeom>
          <a:solidFill>
            <a:srgbClr val="1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5624" y="116128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CFC"/>
                </a:solidFill>
                <a:latin typeface="Consolas"/>
              </a:rPr>
              <a:t>login()  &amp;  registerUser()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453896"/>
            <a:ext cx="5285231" cy="3209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CFC"/>
                </a:solidFill>
                <a:latin typeface="Consolas"/>
              </a:rPr>
              <a:t>static Future&lt;Map?&gt; login(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String email, String password) async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Database db = await getDatabase();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List result = await db.query('users',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where: 'email=? AND password=?',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whereArgs: [email, password]);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return result.isNotEmpty ? result[0] : null;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static Future&lt;bool&gt; registerUser(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String name, String email, String pass) async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List existing = await db.query('users',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where: 'email=?', whereArgs: [email]);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(existing.isNotEmpty) return false;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await db.insert('users',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'name': name,  'email': email,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'password': pass,  'role': 'user'});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return true;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3 SQLite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3584448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3584448" cy="29260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312664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614416"/>
            <a:ext cx="3328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C6D8"/>
                </a:solidFill>
                <a:latin typeface="Consolas"/>
              </a:rPr>
              <a:t>id · name · email (UNIQUE)
password ·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5303520"/>
            <a:ext cx="3584448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5303520"/>
            <a:ext cx="3584448" cy="29260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5312664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614416"/>
            <a:ext cx="3328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C6D8"/>
                </a:solidFill>
                <a:latin typeface="Consolas"/>
              </a:rPr>
              <a:t>id · name · location · date
image_url · price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5303520"/>
            <a:ext cx="3584448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5303520"/>
            <a:ext cx="3584448" cy="29260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5312664"/>
            <a:ext cx="3328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purchased_tickets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5614416"/>
            <a:ext cx="3328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C6D8"/>
                </a:solidFill>
                <a:latin typeface="Consolas"/>
              </a:rPr>
              <a:t>id · user_email · event_name
booking_id · amount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Register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65176"/>
            <a:ext cx="3383280" cy="36576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96528" y="2926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register_screen.dart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4882896"/>
          </a:xfrm>
          <a:prstGeom prst="rect">
            <a:avLst/>
          </a:prstGeom>
          <a:solidFill>
            <a:srgbClr val="1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16128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CFC"/>
                </a:solidFill>
                <a:latin typeface="Consolas"/>
              </a:rPr>
              <a:t>registerUser()  —  Validation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53896"/>
            <a:ext cx="5285231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CFC"/>
                </a:solidFill>
                <a:latin typeface="Consolas"/>
              </a:rPr>
              <a:t>void registerUser(BuildContext context) async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name    = nameController.text.trim();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email   = emailController.text.trim();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pass    = passwordController.text.trim();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String confirm = confirmPasswordCtrl.text.trim();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Step 1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(any field is empty) { error; return; 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Step 2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(!DatabaseHelper.isValidEmail(email))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{ error; return; 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Step 3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(pass != confirm) { error; return; }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// Step 4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bool ok = await DatabaseHelper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        .registerUser(name, email, pass);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if (ok)  → pushReplacement(LoginScreen)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else     → 'Email already exists'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51560"/>
            <a:ext cx="5394960" cy="1152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051560"/>
            <a:ext cx="64008" cy="11521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1338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3533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Empty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0"/>
                </a:solidFill>
                <a:latin typeface="Calibri"/>
              </a:rPr>
              <a:t>All 4 fields must be filled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95144"/>
            <a:ext cx="5394960" cy="1152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95144"/>
            <a:ext cx="64008" cy="11521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37743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5968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Email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0"/>
                </a:solidFill>
                <a:latin typeface="Calibri"/>
              </a:rPr>
              <a:t>Same isValidEmail() regex as 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538728"/>
            <a:ext cx="5394960" cy="1152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38728"/>
            <a:ext cx="64008" cy="11521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21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8404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Password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0"/>
                </a:solidFill>
                <a:latin typeface="Calibri"/>
              </a:rPr>
              <a:t>pass == confirmPass — local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782312"/>
            <a:ext cx="5394960" cy="1152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782312"/>
            <a:ext cx="64008" cy="1152144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8646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79FF"/>
                </a:solidFill>
                <a:latin typeface="Calibr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08406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DB insert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4498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70"/>
                </a:solidFill>
                <a:latin typeface="Calibri"/>
              </a:rPr>
              <a:t>registerUser() → false if duplicate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Confirmation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65176"/>
            <a:ext cx="3383280" cy="36576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96528" y="2926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confirmation_screen.dart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148840"/>
          </a:xfrm>
          <a:prstGeom prst="rect">
            <a:avLst/>
          </a:prstGeom>
          <a:solidFill>
            <a:srgbClr val="1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16128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CFC"/>
                </a:solidFill>
                <a:latin typeface="Consolas"/>
              </a:rPr>
              <a:t>goToHome()  —  Full stack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53896"/>
            <a:ext cx="5285231" cy="1655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CFC"/>
                </a:solidFill>
                <a:latin typeface="Consolas"/>
              </a:rPr>
              <a:t>void goToHome(BuildContext context)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Navigator.pushAndRemoveUntil(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context,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MaterialPageRoute(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builder: (_) =&gt; HomeScreen()),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(route) =&gt; false,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// removes EVERY previous route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5577840" cy="2560320"/>
          </a:xfrm>
          <a:prstGeom prst="rect">
            <a:avLst/>
          </a:prstGeom>
          <a:solidFill>
            <a:srgbClr val="1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363016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CFC"/>
                </a:solidFill>
                <a:latin typeface="Consolas"/>
              </a:rPr>
              <a:t>_buildDetailRow()  —  Reusable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922776"/>
            <a:ext cx="5285231" cy="2066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CFC"/>
                </a:solidFill>
                <a:latin typeface="Consolas"/>
              </a:rPr>
              <a:t>Widget _buildDetailRow(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String label, String value) {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return Row(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mainAxisAlignment: spaceBetween,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children: [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Text(label, style: grey),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Expanded(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  child: Text(value,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    textAlign: TextAlign.right,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      style: bold black)),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  ],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  );</a:t>
            </a:r>
          </a:p>
          <a:p>
            <a:r>
              <a:rPr sz="105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051560"/>
            <a:ext cx="5394960" cy="1581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051560"/>
            <a:ext cx="64008" cy="1581912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1612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Props passed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527048"/>
            <a:ext cx="5120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5570"/>
                </a:solidFill>
                <a:latin typeface="Calibri"/>
              </a:rPr>
              <a:t>bookingId — unique reservation ID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provider — local or Ticketmaster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amount — total paid (int)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eventName — shown in booking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834639"/>
            <a:ext cx="5394960" cy="1581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834639"/>
            <a:ext cx="64008" cy="1581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9443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pushAndRemoveUntil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310127"/>
            <a:ext cx="5120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5570"/>
                </a:solidFill>
                <a:latin typeface="Calibri"/>
              </a:rPr>
              <a:t>(route)=&gt;false clears every page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User cannot swipe back to payment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Prevents accidental double-booking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617720"/>
            <a:ext cx="5394960" cy="1581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617720"/>
            <a:ext cx="64008" cy="1581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727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_buildDetailRow  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093208"/>
            <a:ext cx="5120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45570"/>
                </a:solidFill>
                <a:latin typeface="Calibri"/>
              </a:rPr>
              <a:t>Event, Provider, Booking ID use it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Amount row is manual — blue color</a:t>
            </a:r>
          </a:p>
          <a:p>
            <a:r>
              <a:rPr sz="1150">
                <a:solidFill>
                  <a:srgbClr val="445570"/>
                </a:solidFill>
                <a:latin typeface="Calibri"/>
              </a:rPr>
              <a:t>Expanded stops long IDs overflowing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0" y="457200"/>
            <a:ext cx="1737360" cy="5486400"/>
          </a:xfrm>
          <a:prstGeom prst="rect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457200"/>
            <a:ext cx="91440" cy="54864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8686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9144000" cy="6400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18872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Shared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88720"/>
            <a:ext cx="6537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6D8"/>
                </a:solidFill>
                <a:latin typeface="Calibri"/>
              </a:rPr>
              <a:t>isValidEmail() used by Login &amp; Register — zero duplicate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6252"/>
            <a:ext cx="6400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16252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Validate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16252"/>
            <a:ext cx="6537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6D8"/>
                </a:solidFill>
                <a:latin typeface="Calibri"/>
              </a:rPr>
              <a:t>All checks run locally before any database call is made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43784"/>
            <a:ext cx="64008" cy="47548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43784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Singleton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43784"/>
            <a:ext cx="6537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6D8"/>
                </a:solidFill>
                <a:latin typeface="Calibri"/>
              </a:rPr>
              <a:t>getDatabase() opens SQLite once — reused across every function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71316"/>
            <a:ext cx="64008" cy="475488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7131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Role-based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671316"/>
            <a:ext cx="6537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6D8"/>
                </a:solidFill>
                <a:latin typeface="Calibri"/>
              </a:rPr>
              <a:t>login() reads role → admin → Dashboard, user → HomeScreen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98848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98848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Global user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498848"/>
            <a:ext cx="6537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6D8"/>
                </a:solidFill>
                <a:latin typeface="Calibri"/>
              </a:rPr>
              <a:t>CurrentUser.email persists the session across all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26380"/>
            <a:ext cx="64008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32638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Stack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326380"/>
            <a:ext cx="6537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6D8"/>
                </a:solidFill>
                <a:latin typeface="Calibri"/>
              </a:rPr>
              <a:t>pushAndRemoveUntil clears history after purchase — no going 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